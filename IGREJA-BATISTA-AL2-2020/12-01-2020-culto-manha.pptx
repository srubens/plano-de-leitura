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72" r:id="rId7"/>
    <p:sldId id="273" r:id="rId8"/>
    <p:sldId id="274" r:id="rId9"/>
    <p:sldId id="271" r:id="rId10"/>
    <p:sldId id="263" r:id="rId11"/>
    <p:sldId id="270" r:id="rId12"/>
    <p:sldId id="265" r:id="rId13"/>
    <p:sldId id="266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24" autoAdjust="0"/>
  </p:normalViewPr>
  <p:slideViewPr>
    <p:cSldViewPr>
      <p:cViewPr varScale="1">
        <p:scale>
          <a:sx n="81" d="100"/>
          <a:sy n="81" d="100"/>
        </p:scale>
        <p:origin x="720" y="-1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ECAB0-4710-494A-8CA1-4260AD7C488B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441F7-5471-478B-8799-47CF7AAB3B8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Desktop\SLIDE-01-20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2B9227-2A7B-4989-A3A2-33AE1B8C0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72" y="-137197"/>
            <a:ext cx="9152929" cy="71323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2081BFD-43BE-4B0E-B66C-EC63601187AD}"/>
              </a:ext>
            </a:extLst>
          </p:cNvPr>
          <p:cNvSpPr txBox="1"/>
          <p:nvPr/>
        </p:nvSpPr>
        <p:spPr>
          <a:xfrm>
            <a:off x="2700222" y="2367171"/>
            <a:ext cx="67826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Sejam Bem Vindos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em nome de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276872"/>
            <a:ext cx="777686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Bendito seja o Senhor Deus, o Deus de Israel, que só ele faz maravilhas.</a:t>
            </a: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E bendito seja para sempre o seu nome glorioso; e encha-se toda a terra da sua glória. Amém e Amém.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72:18,19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cer\Desktop\SLIDE-01-2019-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491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272521"/>
            <a:ext cx="77768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Porque desde a antiguidade não se ouviu, nem com ouvidos se percebeu, nem com os olhos se viu um Deus além de ti que trabalha para aquele que nele espera.</a:t>
            </a:r>
            <a:br>
              <a:rPr lang="pt-BR" sz="4000" dirty="0">
                <a:solidFill>
                  <a:schemeClr val="bg1"/>
                </a:solidFill>
              </a:rPr>
            </a:br>
            <a:br>
              <a:rPr lang="pt-BR" sz="4000" dirty="0">
                <a:solidFill>
                  <a:schemeClr val="bg1"/>
                </a:solidFill>
              </a:rPr>
            </a:b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Isaías 64:4-5,8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17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272522"/>
            <a:ext cx="77768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Saíste ao encontro daquele que se alegrava e praticava justiça e dos que se lembram de ti nos teus caminhos; eis que te iraste, porque pecamos; neles há eternidade, para que sejamos salvos?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132DFC-B93E-4681-AE38-A3DF7A3A0D68}"/>
              </a:ext>
            </a:extLst>
          </p:cNvPr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Isaías 64:4-5,8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04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272522"/>
            <a:ext cx="777686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Mas agora, ó Senhor, tu és nosso Pai; nós o barro e tu o nosso oleiro; e todos nós a obra das tuas mãos.</a:t>
            </a:r>
            <a:br>
              <a:rPr lang="pt-BR" sz="4000" dirty="0">
                <a:solidFill>
                  <a:schemeClr val="bg1"/>
                </a:solidFill>
              </a:rPr>
            </a:b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Isaías 64:8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132DFC-B93E-4681-AE38-A3DF7A3A0D68}"/>
              </a:ext>
            </a:extLst>
          </p:cNvPr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Isaías 64:4-5,8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9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135560" y="2897650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Ofertório </a:t>
            </a:r>
          </a:p>
        </p:txBody>
      </p:sp>
    </p:spTree>
    <p:extLst>
      <p:ext uri="{BB962C8B-B14F-4D97-AF65-F5344CB8AC3E}">
        <p14:creationId xmlns:p14="http://schemas.microsoft.com/office/powerpoint/2010/main" val="407886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cer\Desktop\SLIDE-01-2019-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0"/>
            <a:ext cx="9363075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4727848" y="653787"/>
            <a:ext cx="6480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304 CC </a:t>
            </a:r>
          </a:p>
          <a:p>
            <a:r>
              <a:rPr lang="pt-BR" sz="4800" b="1" dirty="0"/>
              <a:t>Um Vaso de Benção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cer\Desktop\SLIDE-01-2019-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1"/>
            <a:ext cx="9363075" cy="72961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cer\Desktop\SLIDE-01-2019-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170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rubens filipe</cp:lastModifiedBy>
  <cp:revision>75</cp:revision>
  <dcterms:created xsi:type="dcterms:W3CDTF">2018-02-04T00:02:49Z</dcterms:created>
  <dcterms:modified xsi:type="dcterms:W3CDTF">2020-01-12T10:02:37Z</dcterms:modified>
</cp:coreProperties>
</file>