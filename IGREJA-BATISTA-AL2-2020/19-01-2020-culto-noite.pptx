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8" r:id="rId3"/>
    <p:sldId id="257" r:id="rId4"/>
    <p:sldId id="274" r:id="rId5"/>
    <p:sldId id="298" r:id="rId6"/>
    <p:sldId id="304" r:id="rId7"/>
    <p:sldId id="305" r:id="rId8"/>
    <p:sldId id="308" r:id="rId9"/>
    <p:sldId id="291" r:id="rId10"/>
    <p:sldId id="307" r:id="rId11"/>
    <p:sldId id="297" r:id="rId12"/>
    <p:sldId id="306" r:id="rId13"/>
    <p:sldId id="263" r:id="rId14"/>
    <p:sldId id="264" r:id="rId15"/>
    <p:sldId id="259" r:id="rId16"/>
    <p:sldId id="265" r:id="rId17"/>
    <p:sldId id="273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4624" autoAdjust="0"/>
  </p:normalViewPr>
  <p:slideViewPr>
    <p:cSldViewPr>
      <p:cViewPr varScale="1">
        <p:scale>
          <a:sx n="81" d="100"/>
          <a:sy n="81" d="100"/>
        </p:scale>
        <p:origin x="720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ECAB0-4710-494A-8CA1-4260AD7C488B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441F7-5471-478B-8799-47CF7AAB3B8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DCCF9-1C3F-4553-9DEF-85D26C9EA634}" type="datetimeFigureOut">
              <a:rPr lang="pt-BR" smtClean="0"/>
              <a:pPr/>
              <a:t>18/01/2020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cer\Desktop\SLIDE-01-201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0"/>
            <a:ext cx="9363075" cy="7296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cer\OneDrive\Documentos\eps\IGREJA BATISTA AL2\SLIDE-01-2019-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-27384"/>
            <a:ext cx="9363076" cy="7334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5CA89F6-69A1-4528-9761-E85B7CE1F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072" y="-137197"/>
            <a:ext cx="9152929" cy="713239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7C36316-078B-4FFA-8991-29D004337C8C}"/>
              </a:ext>
            </a:extLst>
          </p:cNvPr>
          <p:cNvSpPr txBox="1"/>
          <p:nvPr/>
        </p:nvSpPr>
        <p:spPr>
          <a:xfrm>
            <a:off x="2700222" y="2367171"/>
            <a:ext cx="678262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600" dirty="0">
                <a:solidFill>
                  <a:schemeClr val="bg1"/>
                </a:solidFill>
              </a:rPr>
              <a:t>Sejam Bem Vindos </a:t>
            </a:r>
          </a:p>
          <a:p>
            <a:pPr algn="ctr"/>
            <a:r>
              <a:rPr lang="pt-BR" sz="6600" dirty="0">
                <a:solidFill>
                  <a:schemeClr val="bg1"/>
                </a:solidFill>
              </a:rPr>
              <a:t>em nome de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098030" y="2412171"/>
            <a:ext cx="77768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Deus é o nosso refúgio e fortaleza, socorro bem presente na angústia.</a:t>
            </a:r>
            <a:br>
              <a:rPr lang="pt-BR" sz="4000" dirty="0">
                <a:solidFill>
                  <a:schemeClr val="bg1"/>
                </a:solidFill>
              </a:rPr>
            </a:br>
            <a:r>
              <a:rPr lang="pt-BR" sz="4000" dirty="0">
                <a:solidFill>
                  <a:schemeClr val="bg1"/>
                </a:solidFill>
              </a:rPr>
              <a:t>Portanto não temeremos, ainda que a terra se mude, e ainda que os montes se transportem para o meio dos mares.</a:t>
            </a:r>
            <a:endParaRPr lang="pt-BR" sz="40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991544" y="692697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Salmos 46:1-7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098030" y="2412171"/>
            <a:ext cx="77768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Ainda que as águas rujam e se perturbem, ainda que os montes se abalem pela sua braveza. (</a:t>
            </a:r>
            <a:r>
              <a:rPr lang="pt-BR" sz="4000" dirty="0" err="1">
                <a:solidFill>
                  <a:schemeClr val="bg1"/>
                </a:solidFill>
              </a:rPr>
              <a:t>Selá</a:t>
            </a:r>
            <a:r>
              <a:rPr lang="pt-BR" sz="4000" dirty="0">
                <a:solidFill>
                  <a:schemeClr val="bg1"/>
                </a:solidFill>
              </a:rPr>
              <a:t>.)</a:t>
            </a:r>
            <a:br>
              <a:rPr lang="pt-BR" sz="4000" dirty="0">
                <a:solidFill>
                  <a:schemeClr val="bg1"/>
                </a:solidFill>
              </a:rPr>
            </a:br>
            <a:r>
              <a:rPr lang="pt-BR" sz="4000" dirty="0">
                <a:solidFill>
                  <a:schemeClr val="bg1"/>
                </a:solidFill>
              </a:rPr>
              <a:t>Há um rio cujas correntes alegram a cidade de Deus, o santuário das moradas do Altíssimo.</a:t>
            </a:r>
            <a:endParaRPr lang="pt-BR" sz="40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991544" y="692697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Salmos 46:1-7</a:t>
            </a:r>
          </a:p>
        </p:txBody>
      </p:sp>
    </p:spTree>
    <p:extLst>
      <p:ext uri="{BB962C8B-B14F-4D97-AF65-F5344CB8AC3E}">
        <p14:creationId xmlns:p14="http://schemas.microsoft.com/office/powerpoint/2010/main" val="3997385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098030" y="2412171"/>
            <a:ext cx="77768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Deus está no meio dela; não se abalará. Deus a ajudará, já ao romper da manhã.</a:t>
            </a:r>
            <a:br>
              <a:rPr lang="pt-BR" sz="4000" dirty="0">
                <a:solidFill>
                  <a:schemeClr val="bg1"/>
                </a:solidFill>
              </a:rPr>
            </a:br>
            <a:r>
              <a:rPr lang="pt-BR" sz="4000" dirty="0">
                <a:solidFill>
                  <a:schemeClr val="bg1"/>
                </a:solidFill>
              </a:rPr>
              <a:t>Os gentios se embraveceram; os reinos se moveram; ele levantou a sua voz e a terra se derreteu.</a:t>
            </a:r>
            <a:endParaRPr lang="pt-BR" sz="40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991544" y="692697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Salmos 46:1-7</a:t>
            </a:r>
          </a:p>
        </p:txBody>
      </p:sp>
    </p:spTree>
    <p:extLst>
      <p:ext uri="{BB962C8B-B14F-4D97-AF65-F5344CB8AC3E}">
        <p14:creationId xmlns:p14="http://schemas.microsoft.com/office/powerpoint/2010/main" val="549996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098030" y="2412171"/>
            <a:ext cx="77768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O Senhor dos Exércitos está conosco; o Deus de Jacó é o nosso refúgio. (</a:t>
            </a:r>
            <a:r>
              <a:rPr lang="pt-BR" sz="4000" dirty="0" err="1">
                <a:solidFill>
                  <a:schemeClr val="bg1"/>
                </a:solidFill>
              </a:rPr>
              <a:t>Selá</a:t>
            </a:r>
            <a:r>
              <a:rPr lang="pt-BR" sz="4000" dirty="0">
                <a:solidFill>
                  <a:schemeClr val="bg1"/>
                </a:solidFill>
              </a:rPr>
              <a:t>.)</a:t>
            </a:r>
            <a:endParaRPr lang="pt-BR" sz="40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991544" y="692697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Salmos 46:1-7</a:t>
            </a:r>
          </a:p>
        </p:txBody>
      </p:sp>
    </p:spTree>
    <p:extLst>
      <p:ext uri="{BB962C8B-B14F-4D97-AF65-F5344CB8AC3E}">
        <p14:creationId xmlns:p14="http://schemas.microsoft.com/office/powerpoint/2010/main" val="3585588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cer\Desktop\SLIDE-01-2019-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1" y="0"/>
            <a:ext cx="9363075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4727848" y="653787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/>
              <a:t>328 CC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190966D-8E0D-48B8-88E3-3FB2897EEB9C}"/>
              </a:ext>
            </a:extLst>
          </p:cNvPr>
          <p:cNvSpPr txBox="1"/>
          <p:nvPr/>
        </p:nvSpPr>
        <p:spPr>
          <a:xfrm>
            <a:off x="2678164" y="1484784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Sossegai</a:t>
            </a:r>
          </a:p>
        </p:txBody>
      </p:sp>
    </p:spTree>
    <p:extLst>
      <p:ext uri="{BB962C8B-B14F-4D97-AF65-F5344CB8AC3E}">
        <p14:creationId xmlns:p14="http://schemas.microsoft.com/office/powerpoint/2010/main" val="254176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207568" y="1926457"/>
            <a:ext cx="77768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solidFill>
                  <a:schemeClr val="bg1"/>
                </a:solidFill>
              </a:rPr>
              <a:t>Vinde, contemplai as obras do Senhor; que desolações tem feito na terra!</a:t>
            </a:r>
            <a:br>
              <a:rPr lang="pt-BR" sz="3600" dirty="0">
                <a:solidFill>
                  <a:schemeClr val="bg1"/>
                </a:solidFill>
              </a:rPr>
            </a:br>
            <a:r>
              <a:rPr lang="pt-BR" sz="3600" dirty="0">
                <a:solidFill>
                  <a:schemeClr val="bg1"/>
                </a:solidFill>
              </a:rPr>
              <a:t>Ele faz cessar as guerras até ao fim da terra; quebra o arco e corta a lança; queima os carros no fogo.</a:t>
            </a:r>
            <a:endParaRPr lang="pt-BR" sz="36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991544" y="692696"/>
            <a:ext cx="7776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Salmos 46:8-11</a:t>
            </a:r>
          </a:p>
        </p:txBody>
      </p:sp>
    </p:spTree>
    <p:extLst>
      <p:ext uri="{BB962C8B-B14F-4D97-AF65-F5344CB8AC3E}">
        <p14:creationId xmlns:p14="http://schemas.microsoft.com/office/powerpoint/2010/main" val="2544311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207568" y="1926457"/>
            <a:ext cx="77768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solidFill>
                  <a:schemeClr val="bg1"/>
                </a:solidFill>
              </a:rPr>
              <a:t>Aquietai-vos, e sabei que eu sou Deus; serei exaltado entre os gentios; serei exaltado sobre a terra.</a:t>
            </a:r>
            <a:br>
              <a:rPr lang="pt-BR" sz="3600" dirty="0">
                <a:solidFill>
                  <a:schemeClr val="bg1"/>
                </a:solidFill>
              </a:rPr>
            </a:br>
            <a:r>
              <a:rPr lang="pt-BR" sz="3600" dirty="0">
                <a:solidFill>
                  <a:schemeClr val="bg1"/>
                </a:solidFill>
              </a:rPr>
              <a:t>O Senhor dos Exércitos está conosco; o Deus de Jacó é o nosso refúgio. (</a:t>
            </a:r>
            <a:r>
              <a:rPr lang="pt-BR" sz="3600" dirty="0" err="1">
                <a:solidFill>
                  <a:schemeClr val="bg1"/>
                </a:solidFill>
              </a:rPr>
              <a:t>Selá</a:t>
            </a:r>
            <a:r>
              <a:rPr lang="pt-BR" sz="3600" dirty="0">
                <a:solidFill>
                  <a:schemeClr val="bg1"/>
                </a:solidFill>
              </a:rPr>
              <a:t>.)</a:t>
            </a:r>
            <a:endParaRPr lang="pt-BR" sz="36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991544" y="692696"/>
            <a:ext cx="7776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Salmos 46:8-11</a:t>
            </a:r>
          </a:p>
        </p:txBody>
      </p:sp>
    </p:spTree>
    <p:extLst>
      <p:ext uri="{BB962C8B-B14F-4D97-AF65-F5344CB8AC3E}">
        <p14:creationId xmlns:p14="http://schemas.microsoft.com/office/powerpoint/2010/main" val="1216092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>
            <a:extLst>
              <a:ext uri="{FF2B5EF4-FFF2-40B4-BE49-F238E27FC236}">
                <a16:creationId xmlns:a16="http://schemas.microsoft.com/office/drawing/2014/main" id="{F657DBF4-BF5C-49BC-A5E0-AC8FFC272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AC816CC-05E3-4203-8546-242115A5E2B7}"/>
              </a:ext>
            </a:extLst>
          </p:cNvPr>
          <p:cNvSpPr txBox="1"/>
          <p:nvPr/>
        </p:nvSpPr>
        <p:spPr>
          <a:xfrm>
            <a:off x="2135560" y="2897650"/>
            <a:ext cx="77768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</a:rPr>
              <a:t>Inspiração Musical</a:t>
            </a:r>
          </a:p>
          <a:p>
            <a:pPr algn="ctr"/>
            <a:r>
              <a:rPr lang="pt-BR" sz="6000" dirty="0">
                <a:solidFill>
                  <a:schemeClr val="bg1"/>
                </a:solidFill>
              </a:rPr>
              <a:t>Jardim de Oração</a:t>
            </a:r>
          </a:p>
        </p:txBody>
      </p:sp>
    </p:spTree>
    <p:extLst>
      <p:ext uri="{BB962C8B-B14F-4D97-AF65-F5344CB8AC3E}">
        <p14:creationId xmlns:p14="http://schemas.microsoft.com/office/powerpoint/2010/main" val="1674569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>
            <a:extLst>
              <a:ext uri="{FF2B5EF4-FFF2-40B4-BE49-F238E27FC236}">
                <a16:creationId xmlns:a16="http://schemas.microsoft.com/office/drawing/2014/main" id="{F657DBF4-BF5C-49BC-A5E0-AC8FFC272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AC816CC-05E3-4203-8546-242115A5E2B7}"/>
              </a:ext>
            </a:extLst>
          </p:cNvPr>
          <p:cNvSpPr txBox="1"/>
          <p:nvPr/>
        </p:nvSpPr>
        <p:spPr>
          <a:xfrm>
            <a:off x="2135560" y="2897650"/>
            <a:ext cx="77768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</a:rPr>
              <a:t>Ofertório </a:t>
            </a:r>
          </a:p>
        </p:txBody>
      </p:sp>
    </p:spTree>
    <p:extLst>
      <p:ext uri="{BB962C8B-B14F-4D97-AF65-F5344CB8AC3E}">
        <p14:creationId xmlns:p14="http://schemas.microsoft.com/office/powerpoint/2010/main" val="3695497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cer\Desktop\SLIDE-01-2019-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1" y="0"/>
            <a:ext cx="9363075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4727848" y="653787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/>
              <a:t>154 CC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190966D-8E0D-48B8-88E3-3FB2897EEB9C}"/>
              </a:ext>
            </a:extLst>
          </p:cNvPr>
          <p:cNvSpPr txBox="1"/>
          <p:nvPr/>
        </p:nvSpPr>
        <p:spPr>
          <a:xfrm>
            <a:off x="2678164" y="1484784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Firmes nas Promessas</a:t>
            </a:r>
          </a:p>
        </p:txBody>
      </p:sp>
    </p:spTree>
    <p:extLst>
      <p:ext uri="{BB962C8B-B14F-4D97-AF65-F5344CB8AC3E}">
        <p14:creationId xmlns:p14="http://schemas.microsoft.com/office/powerpoint/2010/main" val="2491332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cer\Desktop\SLIDE-01-2019-0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0"/>
            <a:ext cx="9363075" cy="72961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59896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cer\Desktop\SLIDE-01-2019-0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0"/>
            <a:ext cx="9363075" cy="72961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88775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cer\Desktop\SLIDE-01-2019-0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1"/>
            <a:ext cx="9363075" cy="72961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33868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cer\OneDrive\Documentos\eps\IGREJA BATISTA AL2\SLIDE-01-2019-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-27384"/>
            <a:ext cx="9363076" cy="7334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2879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</TotalTime>
  <Words>257</Words>
  <Application>Microsoft Office PowerPoint</Application>
  <PresentationFormat>Widescreen</PresentationFormat>
  <Paragraphs>21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Acer</dc:creator>
  <cp:lastModifiedBy>rubens filipe</cp:lastModifiedBy>
  <cp:revision>76</cp:revision>
  <dcterms:created xsi:type="dcterms:W3CDTF">2018-02-04T00:02:49Z</dcterms:created>
  <dcterms:modified xsi:type="dcterms:W3CDTF">2020-01-18T22:44:54Z</dcterms:modified>
</cp:coreProperties>
</file>