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72" r:id="rId7"/>
    <p:sldId id="271" r:id="rId8"/>
    <p:sldId id="263" r:id="rId9"/>
    <p:sldId id="270" r:id="rId10"/>
    <p:sldId id="265" r:id="rId11"/>
    <p:sldId id="273" r:id="rId12"/>
    <p:sldId id="266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 varScale="1">
        <p:scale>
          <a:sx n="81" d="100"/>
          <a:sy n="81" d="100"/>
        </p:scale>
        <p:origin x="7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2B9227-2A7B-4989-A3A2-33AE1B8C0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72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2081BFD-43BE-4B0E-B66C-EC63601187AD}"/>
              </a:ext>
            </a:extLst>
          </p:cNvPr>
          <p:cNvSpPr txBox="1"/>
          <p:nvPr/>
        </p:nvSpPr>
        <p:spPr>
          <a:xfrm>
            <a:off x="2700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276872"/>
            <a:ext cx="77768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Celebrai com júbilo a Deus,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</a:rPr>
              <a:t>todas as terras.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Cantai a glória do seu nome; dai glória ao seu louvor.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66:1,2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491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1988840"/>
            <a:ext cx="77768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Trazei todos os dízimos à casa do tesouro, para que haja mantimento na minha casa, e depois fazei prova de mim nisto, diz o Senhor dos Exércitos, se eu não vos abrir as janelas do céu, e não derramar sobre vós uma bênção tal até que não haja lugar suficiente para a recolherdes.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Malaquias 3:10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17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35560" y="2897650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</a:p>
        </p:txBody>
      </p:sp>
    </p:spTree>
    <p:extLst>
      <p:ext uri="{BB962C8B-B14F-4D97-AF65-F5344CB8AC3E}">
        <p14:creationId xmlns:p14="http://schemas.microsoft.com/office/powerpoint/2010/main" val="407886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4727848" y="653787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244 HCC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640BD6-7E04-42A7-B9AE-11CB44CF1D2B}"/>
              </a:ext>
            </a:extLst>
          </p:cNvPr>
          <p:cNvSpPr txBox="1"/>
          <p:nvPr/>
        </p:nvSpPr>
        <p:spPr>
          <a:xfrm>
            <a:off x="2678164" y="1358490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Oh, trazei à casa do tesouro!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1"/>
            <a:ext cx="9363075" cy="7296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35560" y="2897650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Assembleia Ordinária</a:t>
            </a:r>
          </a:p>
        </p:txBody>
      </p:sp>
    </p:spTree>
    <p:extLst>
      <p:ext uri="{BB962C8B-B14F-4D97-AF65-F5344CB8AC3E}">
        <p14:creationId xmlns:p14="http://schemas.microsoft.com/office/powerpoint/2010/main" val="425213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cer\Desktop\SLIDE-01-2019-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108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77</cp:revision>
  <dcterms:created xsi:type="dcterms:W3CDTF">2018-02-04T00:02:49Z</dcterms:created>
  <dcterms:modified xsi:type="dcterms:W3CDTF">2020-01-18T22:35:35Z</dcterms:modified>
</cp:coreProperties>
</file>