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57" r:id="rId4"/>
    <p:sldId id="274" r:id="rId5"/>
    <p:sldId id="298" r:id="rId6"/>
    <p:sldId id="259" r:id="rId7"/>
    <p:sldId id="291" r:id="rId8"/>
    <p:sldId id="299" r:id="rId9"/>
    <p:sldId id="297" r:id="rId10"/>
    <p:sldId id="263" r:id="rId11"/>
    <p:sldId id="264" r:id="rId12"/>
    <p:sldId id="265" r:id="rId13"/>
    <p:sldId id="300" r:id="rId14"/>
    <p:sldId id="301" r:id="rId15"/>
    <p:sldId id="302" r:id="rId16"/>
    <p:sldId id="303" r:id="rId17"/>
    <p:sldId id="273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4624" autoAdjust="0"/>
  </p:normalViewPr>
  <p:slideViewPr>
    <p:cSldViewPr>
      <p:cViewPr>
        <p:scale>
          <a:sx n="58" d="100"/>
          <a:sy n="58" d="100"/>
        </p:scale>
        <p:origin x="1613" y="5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ECAB0-4710-494A-8CA1-4260AD7C488B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441F7-5471-478B-8799-47CF7AAB3B8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DCCF9-1C3F-4553-9DEF-85D26C9EA634}" type="datetimeFigureOut">
              <a:rPr lang="pt-BR" smtClean="0"/>
              <a:pPr/>
              <a:t>12/01/2020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5C43E-E1F6-4797-90DC-A896A0A9890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Desktop\SLIDE-01-201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OneDrive\Documentos\eps\IGREJA BATISTA AL2\SLIDE-01-2019-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-27384"/>
            <a:ext cx="9363076" cy="7334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5CA89F6-69A1-4528-9761-E85B7CE1F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072" y="-137197"/>
            <a:ext cx="9152929" cy="713239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7C36316-078B-4FFA-8991-29D004337C8C}"/>
              </a:ext>
            </a:extLst>
          </p:cNvPr>
          <p:cNvSpPr txBox="1"/>
          <p:nvPr/>
        </p:nvSpPr>
        <p:spPr>
          <a:xfrm>
            <a:off x="2700222" y="2367171"/>
            <a:ext cx="678262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</a:rPr>
              <a:t>Sejam Bem Vindos </a:t>
            </a:r>
          </a:p>
          <a:p>
            <a:pPr algn="ctr"/>
            <a:r>
              <a:rPr lang="pt-BR" sz="6600" dirty="0">
                <a:solidFill>
                  <a:schemeClr val="bg1"/>
                </a:solidFill>
              </a:rPr>
              <a:t>em nome de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098030" y="2412171"/>
            <a:ext cx="777686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800" dirty="0">
                <a:solidFill>
                  <a:schemeClr val="bg1"/>
                </a:solidFill>
              </a:rPr>
              <a:t>Tua é, Senhor, a magnificência, e o poder, e a honra, e a vitória, e a majestade; porque teu é tudo quanto há nos céus e na terra; teu é, Senhor, o reino, e tu te exaltaste por cabeça sobre todos.</a:t>
            </a:r>
            <a:endParaRPr lang="pt-BR" sz="38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7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1 Crônicas 29:11-13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098030" y="2412171"/>
            <a:ext cx="777686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800" dirty="0">
                <a:solidFill>
                  <a:schemeClr val="bg1"/>
                </a:solidFill>
              </a:rPr>
              <a:t>E riquezas e glória vêm de diante de ti, e tu dominas sobre tudo, e na tua mão há força e poder; e na tua mão está o engrandecer e o dar força a tudo.</a:t>
            </a:r>
            <a:br>
              <a:rPr lang="pt-BR" sz="3800" dirty="0">
                <a:solidFill>
                  <a:schemeClr val="bg1"/>
                </a:solidFill>
              </a:rPr>
            </a:br>
            <a:r>
              <a:rPr lang="pt-BR" sz="4000" dirty="0">
                <a:solidFill>
                  <a:schemeClr val="bg1"/>
                </a:solidFill>
              </a:rPr>
              <a:t>Agora, pois, ó Deus nosso, graças te damos, e louvamos o nome da tua glória.</a:t>
            </a:r>
            <a:endParaRPr lang="pt-BR" sz="38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7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1 Crônicas 29:11-13</a:t>
            </a:r>
          </a:p>
        </p:txBody>
      </p:sp>
    </p:spTree>
    <p:extLst>
      <p:ext uri="{BB962C8B-B14F-4D97-AF65-F5344CB8AC3E}">
        <p14:creationId xmlns:p14="http://schemas.microsoft.com/office/powerpoint/2010/main" val="3997385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cer\Desktop\SLIDE-01-2019-0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3597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207568" y="1926457"/>
            <a:ext cx="777686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</a:rPr>
              <a:t>Depois destas coisas olhei, e eis aqui uma multidão, a qual ninguém podia contar, de todas as nações, e tribos, e povos, e línguas, que estavam diante do trono, e perante o Cordeiro, trajando vestes brancas e com palmas nas suas mãos;</a:t>
            </a:r>
            <a:endParaRPr lang="pt-BR" sz="36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6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Apocalipse 7:9-10,17</a:t>
            </a:r>
          </a:p>
        </p:txBody>
      </p:sp>
    </p:spTree>
    <p:extLst>
      <p:ext uri="{BB962C8B-B14F-4D97-AF65-F5344CB8AC3E}">
        <p14:creationId xmlns:p14="http://schemas.microsoft.com/office/powerpoint/2010/main" val="2544311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2207568" y="1926457"/>
            <a:ext cx="777686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</a:rPr>
              <a:t>E clamavam com grande voz, dizendo: Salvação ao nosso Deus, que está assentado no trono, e ao Cordeiro.</a:t>
            </a:r>
            <a:br>
              <a:rPr lang="pt-BR" sz="3600" dirty="0">
                <a:solidFill>
                  <a:schemeClr val="bg1"/>
                </a:solidFill>
              </a:rPr>
            </a:br>
            <a:r>
              <a:rPr lang="pt-BR" sz="3600" dirty="0">
                <a:solidFill>
                  <a:schemeClr val="bg1"/>
                </a:solidFill>
              </a:rPr>
              <a:t>Porque o Cordeiro que está no meio do trono os apascentará, e lhes servirá de guia para as fontes vivas das águas; e Deus limpará de seus olhos toda a lágrima.</a:t>
            </a:r>
            <a:endParaRPr lang="pt-BR" sz="360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91544" y="692696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Apocalipse 7:9-10,17</a:t>
            </a:r>
          </a:p>
        </p:txBody>
      </p:sp>
    </p:spTree>
    <p:extLst>
      <p:ext uri="{BB962C8B-B14F-4D97-AF65-F5344CB8AC3E}">
        <p14:creationId xmlns:p14="http://schemas.microsoft.com/office/powerpoint/2010/main" val="189387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cer\Desktop\SLIDE-01-2019-03.jpg">
            <a:extLst>
              <a:ext uri="{FF2B5EF4-FFF2-40B4-BE49-F238E27FC236}">
                <a16:creationId xmlns:a16="http://schemas.microsoft.com/office/drawing/2014/main" id="{F657DBF4-BF5C-49BC-A5E0-AC8FFC272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0"/>
            <a:ext cx="9363076" cy="7296150"/>
          </a:xfrm>
          <a:prstGeom prst="rect">
            <a:avLst/>
          </a:prstGeom>
          <a:noFill/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AC816CC-05E3-4203-8546-242115A5E2B7}"/>
              </a:ext>
            </a:extLst>
          </p:cNvPr>
          <p:cNvSpPr txBox="1"/>
          <p:nvPr/>
        </p:nvSpPr>
        <p:spPr>
          <a:xfrm>
            <a:off x="2135560" y="2897650"/>
            <a:ext cx="77768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</a:rPr>
              <a:t>Ofertório </a:t>
            </a:r>
          </a:p>
        </p:txBody>
      </p:sp>
    </p:spTree>
    <p:extLst>
      <p:ext uri="{BB962C8B-B14F-4D97-AF65-F5344CB8AC3E}">
        <p14:creationId xmlns:p14="http://schemas.microsoft.com/office/powerpoint/2010/main" val="1674569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cer\Desktop\SLIDE-01-2019-0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1" y="0"/>
            <a:ext cx="9363075" cy="7296150"/>
          </a:xfrm>
          <a:prstGeom prst="rect">
            <a:avLst/>
          </a:prstGeom>
          <a:noFill/>
        </p:spPr>
      </p:pic>
      <p:sp>
        <p:nvSpPr>
          <p:cNvPr id="5" name="CaixaDeTexto 4"/>
          <p:cNvSpPr txBox="1"/>
          <p:nvPr/>
        </p:nvSpPr>
        <p:spPr>
          <a:xfrm>
            <a:off x="4727848" y="653787"/>
            <a:ext cx="8208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123 CC</a:t>
            </a:r>
          </a:p>
          <a:p>
            <a:r>
              <a:rPr lang="pt-BR" sz="4800" b="1" dirty="0"/>
              <a:t>Bendito Cordeiro</a:t>
            </a:r>
          </a:p>
        </p:txBody>
      </p:sp>
    </p:spTree>
    <p:extLst>
      <p:ext uri="{BB962C8B-B14F-4D97-AF65-F5344CB8AC3E}">
        <p14:creationId xmlns:p14="http://schemas.microsoft.com/office/powerpoint/2010/main" val="2841941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cer\Desktop\SLIDE-01-2019-0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0"/>
            <a:ext cx="9363075" cy="72961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59896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cer\Desktop\SLIDE-01-2019-0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6" y="1"/>
            <a:ext cx="9363075" cy="72961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3868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F0F3C81-D9A6-4A6B-A13E-E08E47FC5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0"/>
            <a:ext cx="8800802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CC2FF8A-A698-4500-BA57-7892315142CF}"/>
              </a:ext>
            </a:extLst>
          </p:cNvPr>
          <p:cNvSpPr txBox="1"/>
          <p:nvPr/>
        </p:nvSpPr>
        <p:spPr>
          <a:xfrm>
            <a:off x="3346555" y="2636912"/>
            <a:ext cx="483234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CELEBRAÇÃO DA CEIA 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DO SENHOR</a:t>
            </a:r>
          </a:p>
        </p:txBody>
      </p:sp>
    </p:spTree>
    <p:extLst>
      <p:ext uri="{BB962C8B-B14F-4D97-AF65-F5344CB8AC3E}">
        <p14:creationId xmlns:p14="http://schemas.microsoft.com/office/powerpoint/2010/main" val="2909628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F0F3C81-D9A6-4A6B-A13E-E08E47FC5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0"/>
            <a:ext cx="8800802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CC2FF8A-A698-4500-BA57-7892315142CF}"/>
              </a:ext>
            </a:extLst>
          </p:cNvPr>
          <p:cNvSpPr txBox="1"/>
          <p:nvPr/>
        </p:nvSpPr>
        <p:spPr>
          <a:xfrm>
            <a:off x="3628497" y="2636912"/>
            <a:ext cx="426847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Participação do Pão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Grupo de Louvor</a:t>
            </a:r>
          </a:p>
        </p:txBody>
      </p:sp>
    </p:spTree>
    <p:extLst>
      <p:ext uri="{BB962C8B-B14F-4D97-AF65-F5344CB8AC3E}">
        <p14:creationId xmlns:p14="http://schemas.microsoft.com/office/powerpoint/2010/main" val="4168028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F0F3C81-D9A6-4A6B-A13E-E08E47FC5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0"/>
            <a:ext cx="8800802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CC2FF8A-A698-4500-BA57-7892315142CF}"/>
              </a:ext>
            </a:extLst>
          </p:cNvPr>
          <p:cNvSpPr txBox="1"/>
          <p:nvPr/>
        </p:nvSpPr>
        <p:spPr>
          <a:xfrm>
            <a:off x="3404174" y="2636912"/>
            <a:ext cx="471712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Participação do Vinho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Grupo de Louvor</a:t>
            </a:r>
          </a:p>
        </p:txBody>
      </p:sp>
    </p:spTree>
    <p:extLst>
      <p:ext uri="{BB962C8B-B14F-4D97-AF65-F5344CB8AC3E}">
        <p14:creationId xmlns:p14="http://schemas.microsoft.com/office/powerpoint/2010/main" val="3860339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F0F3C81-D9A6-4A6B-A13E-E08E47FC5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88" y="0"/>
            <a:ext cx="8800802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CC2FF8A-A698-4500-BA57-7892315142CF}"/>
              </a:ext>
            </a:extLst>
          </p:cNvPr>
          <p:cNvSpPr txBox="1"/>
          <p:nvPr/>
        </p:nvSpPr>
        <p:spPr>
          <a:xfrm>
            <a:off x="3919091" y="2636912"/>
            <a:ext cx="36872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</a:rPr>
              <a:t>Grupo de Louvor</a:t>
            </a:r>
          </a:p>
        </p:txBody>
      </p:sp>
    </p:spTree>
    <p:extLst>
      <p:ext uri="{BB962C8B-B14F-4D97-AF65-F5344CB8AC3E}">
        <p14:creationId xmlns:p14="http://schemas.microsoft.com/office/powerpoint/2010/main" val="130356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OneDrive\Documentos\eps\IGREJA BATISTA AL2\SLIDE-01-2019-0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4924" y="-27384"/>
            <a:ext cx="9363076" cy="7334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2879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266</Words>
  <Application>Microsoft Office PowerPoint</Application>
  <PresentationFormat>Widescreen</PresentationFormat>
  <Paragraphs>20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rubens filipe</cp:lastModifiedBy>
  <cp:revision>75</cp:revision>
  <dcterms:created xsi:type="dcterms:W3CDTF">2018-02-04T00:02:49Z</dcterms:created>
  <dcterms:modified xsi:type="dcterms:W3CDTF">2020-01-12T10:11:27Z</dcterms:modified>
</cp:coreProperties>
</file>