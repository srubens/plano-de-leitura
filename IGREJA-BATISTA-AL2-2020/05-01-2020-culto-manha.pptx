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72" r:id="rId7"/>
    <p:sldId id="273" r:id="rId8"/>
    <p:sldId id="271" r:id="rId9"/>
    <p:sldId id="263" r:id="rId10"/>
    <p:sldId id="270" r:id="rId11"/>
    <p:sldId id="265" r:id="rId12"/>
    <p:sldId id="266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24" autoAdjust="0"/>
  </p:normalViewPr>
  <p:slideViewPr>
    <p:cSldViewPr>
      <p:cViewPr>
        <p:scale>
          <a:sx n="65" d="100"/>
          <a:sy n="65" d="100"/>
        </p:scale>
        <p:origin x="1949" y="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ECAB0-4710-494A-8CA1-4260AD7C488B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441F7-5471-478B-8799-47CF7AAB3B8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Desktop\SLIDE-01-20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cer\Desktop\SLIDE-01-2019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42B9227-2A7B-4989-A3A2-33AE1B8C0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29" y="-137197"/>
            <a:ext cx="9152929" cy="713239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2081BFD-43BE-4B0E-B66C-EC63601187AD}"/>
              </a:ext>
            </a:extLst>
          </p:cNvPr>
          <p:cNvSpPr txBox="1"/>
          <p:nvPr/>
        </p:nvSpPr>
        <p:spPr>
          <a:xfrm>
            <a:off x="1176222" y="2367171"/>
            <a:ext cx="67826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</a:rPr>
              <a:t>Sejam Bem Vindos </a:t>
            </a:r>
          </a:p>
          <a:p>
            <a:pPr algn="ctr"/>
            <a:r>
              <a:rPr lang="pt-BR" sz="6600" dirty="0">
                <a:solidFill>
                  <a:schemeClr val="bg1"/>
                </a:solidFill>
              </a:rPr>
              <a:t>em nome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611560" y="3178711"/>
            <a:ext cx="77768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Oh! quão bom e quão suave é que os irmãos vivam em união.</a:t>
            </a:r>
            <a:br>
              <a:rPr lang="pt-BR" sz="4000" dirty="0">
                <a:solidFill>
                  <a:schemeClr val="bg1"/>
                </a:solidFill>
              </a:rPr>
            </a:br>
            <a:br>
              <a:rPr lang="pt-BR" sz="4000" dirty="0">
                <a:solidFill>
                  <a:schemeClr val="bg1"/>
                </a:solidFill>
              </a:rPr>
            </a:b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67544" y="692696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Salmos 133:1</a:t>
            </a:r>
            <a:endParaRPr lang="pt-BR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cer\Desktop\SLIDE-01-2019-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491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574030" y="2272521"/>
            <a:ext cx="777686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800" dirty="0">
                <a:solidFill>
                  <a:schemeClr val="bg1"/>
                </a:solidFill>
              </a:rPr>
              <a:t>E esta é a mensagem que dele ouvimos, e vos anunciamos: que Deus é luz, e não há nele trevas nenhumas.</a:t>
            </a:r>
            <a:br>
              <a:rPr lang="pt-BR" sz="3800" dirty="0">
                <a:solidFill>
                  <a:schemeClr val="bg1"/>
                </a:solidFill>
              </a:rPr>
            </a:br>
            <a:r>
              <a:rPr lang="pt-BR" sz="3800" dirty="0">
                <a:solidFill>
                  <a:schemeClr val="bg1"/>
                </a:solidFill>
              </a:rPr>
              <a:t>Se dissermos que temos comunhão com ele, e andarmos em trevas, mentimos, e não praticamos a verdade.</a:t>
            </a:r>
            <a:br>
              <a:rPr lang="pt-BR" sz="3800" dirty="0">
                <a:solidFill>
                  <a:schemeClr val="bg1"/>
                </a:solidFill>
              </a:rPr>
            </a:br>
            <a:br>
              <a:rPr lang="pt-BR" sz="3800" dirty="0">
                <a:solidFill>
                  <a:schemeClr val="bg1"/>
                </a:solidFill>
              </a:rPr>
            </a:br>
            <a:endParaRPr lang="pt-BR" sz="38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67544" y="692696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1 João 1:5-7</a:t>
            </a:r>
            <a:endParaRPr lang="pt-BR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17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574030" y="2272521"/>
            <a:ext cx="777686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800" dirty="0">
                <a:solidFill>
                  <a:schemeClr val="bg1"/>
                </a:solidFill>
              </a:rPr>
              <a:t>Mas, se andarmos na luz, como ele na luz está, temos comunhão uns com os outros, e o sangue de Jesus Cristo, seu Filho, nos purifica de todo o pecado. Porque esta é a mensagem que ouvistes desde o princípio: que nos amemos uns aos outros.</a:t>
            </a:r>
            <a:endParaRPr lang="pt-BR" sz="38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67544" y="692696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1 João 1:5-7;3:11</a:t>
            </a:r>
            <a:endParaRPr lang="pt-BR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046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611560" y="2897649"/>
            <a:ext cx="7776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Ofertório </a:t>
            </a:r>
            <a:endParaRPr lang="pt-BR" sz="60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88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cer\Desktop\SLIDE-01-2019-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363075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3203848" y="653787"/>
            <a:ext cx="43924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381 CC </a:t>
            </a:r>
          </a:p>
          <a:p>
            <a:r>
              <a:rPr lang="pt-BR" sz="4800" b="1" dirty="0"/>
              <a:t>Amor Fraternal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cer\Desktop\SLIDE-01-2019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cer\Desktop\SLIDE-01-2019-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cer\Desktop\SLIDE-01-2019-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142</Words>
  <Application>Microsoft Office PowerPoint</Application>
  <PresentationFormat>Apresentação na tela (4:3)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rubens filipe</cp:lastModifiedBy>
  <cp:revision>73</cp:revision>
  <dcterms:created xsi:type="dcterms:W3CDTF">2018-02-04T00:02:49Z</dcterms:created>
  <dcterms:modified xsi:type="dcterms:W3CDTF">2020-01-05T00:27:25Z</dcterms:modified>
</cp:coreProperties>
</file>